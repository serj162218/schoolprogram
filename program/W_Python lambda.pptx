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9CCB42-0E80-4B7F-A4D3-005776DECD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C03EBFE-0AB5-436A-BA07-FE3EF165C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97F25E-4000-49D0-B328-7A18C130D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BFA0-FF7F-4FF9-A6BA-3582DE2C84D4}" type="datetimeFigureOut">
              <a:rPr lang="zh-TW" altLang="en-US" smtClean="0"/>
              <a:t>2018/12/7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A90204-A11E-4C7C-9F28-54BEE705B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DEFF199-56B3-43A8-A0F1-D5CB6FC4F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FDC0-FC06-4745-88F3-12EB8839C9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565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439156-E1E9-49D3-941A-2E7011521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F4D904-A147-45A7-8866-8D67A8765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6982F3-CE49-4924-A070-3C731406B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BFA0-FF7F-4FF9-A6BA-3582DE2C84D4}" type="datetimeFigureOut">
              <a:rPr lang="zh-TW" altLang="en-US" smtClean="0"/>
              <a:t>2018/12/7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C8038A-F16F-42DC-B682-B5EAB59D3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6C5D8F0-F473-4B9F-BA53-8587D64B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FDC0-FC06-4745-88F3-12EB8839C9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8511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70FD21-D2F2-48E2-9A1D-C28C104AF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8516541-6C8A-4447-95B6-DF7C7B795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296C05-17EF-485A-BFF4-6EA02B2DE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BFA0-FF7F-4FF9-A6BA-3582DE2C84D4}" type="datetimeFigureOut">
              <a:rPr lang="zh-TW" altLang="en-US" smtClean="0"/>
              <a:t>2018/12/7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89CA7E-E409-4683-845F-DDD4DF521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A9784B-DA66-404D-8AAC-792378771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FDC0-FC06-4745-88F3-12EB8839C9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2424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39F62A-4353-4802-B02C-5D1D6F619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BE3A4D-711C-4BE5-9F04-DFC2113EC1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04C754B-9ED7-4F61-9044-7E9D607FB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67E1993-E687-43A3-90F4-67FE87C0D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BFA0-FF7F-4FF9-A6BA-3582DE2C84D4}" type="datetimeFigureOut">
              <a:rPr lang="zh-TW" altLang="en-US" smtClean="0"/>
              <a:t>2018/12/7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27BFC69-E528-4A96-820D-3E9D77CEA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F4FE932-B05F-48F8-A27D-B25CB9C7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FDC0-FC06-4745-88F3-12EB8839C9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576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237081-A0B2-4FF7-9EFB-D8531F6C8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4A15D6-62E5-44A8-A142-49B07D490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B30E21B-335A-4883-A4CA-A5DD629C4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E04557B-A278-46AB-B160-BEF87B4DA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572CD91-3ED2-47FF-92D3-0E6CA78AB8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4725E4D-DE4A-4D1E-B8D6-8DA82B8B8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BFA0-FF7F-4FF9-A6BA-3582DE2C84D4}" type="datetimeFigureOut">
              <a:rPr lang="zh-TW" altLang="en-US" smtClean="0"/>
              <a:t>2018/12/7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43CDAEC-DE59-450B-B3F7-D00FB9EF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B20B15D-D144-453B-B64C-01D44588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FDC0-FC06-4745-88F3-12EB8839C9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8648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3E9440-FEFF-428E-AAD6-BF7EAC7D5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322014E-82B4-4D6B-AB10-64C12D4E3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BFA0-FF7F-4FF9-A6BA-3582DE2C84D4}" type="datetimeFigureOut">
              <a:rPr lang="zh-TW" altLang="en-US" smtClean="0"/>
              <a:t>2018/12/7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F03C74D-A88C-44F5-B58D-9734D865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CFD8FBF-34E8-49FB-84ED-AFF9EC507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FDC0-FC06-4745-88F3-12EB8839C9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7744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D83A55B-FE3D-4B1C-8562-CCA2BA880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BFA0-FF7F-4FF9-A6BA-3582DE2C84D4}" type="datetimeFigureOut">
              <a:rPr lang="zh-TW" altLang="en-US" smtClean="0"/>
              <a:t>2018/12/7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E02731D-48C9-4D39-B5A2-78FDE057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F78FEE-8AB4-40A9-B54B-522744DC6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FDC0-FC06-4745-88F3-12EB8839C9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0473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4D5513-1DF3-4F9D-AB56-7053E6CDC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80AD25-96FF-41AB-8E6D-5D3646432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23DF08E-503C-4B00-8144-577CC4C58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D14B02-87FB-47E8-9EF3-B56E371F2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BFA0-FF7F-4FF9-A6BA-3582DE2C84D4}" type="datetimeFigureOut">
              <a:rPr lang="zh-TW" altLang="en-US" smtClean="0"/>
              <a:t>2018/12/7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68C8169-FEF7-413E-A693-2517F5D42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A5B3201-0CD3-450A-98F9-E2C272D67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FDC0-FC06-4745-88F3-12EB8839C9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6846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4C6DFE-7795-4A5E-8F0F-E41AB7440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3C5551-4D12-427C-A3EF-417120AE66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EAD01DD-4A08-4F7E-B492-18D9051E6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B892B14-9D6D-4BE7-A576-60C68675D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BFA0-FF7F-4FF9-A6BA-3582DE2C84D4}" type="datetimeFigureOut">
              <a:rPr lang="zh-TW" altLang="en-US" smtClean="0"/>
              <a:t>2018/12/7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DFA27A0-62A1-47CA-9A72-6362B4F4A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7B116E-6111-4C00-ABBD-6FC0A59C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FDC0-FC06-4745-88F3-12EB8839C9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39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F3F53E-BDA3-4741-B255-C38180A9F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FDAF433-BF90-419A-A2AD-B9ABD789F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BCD883-ED07-44BA-B917-41EF35F11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BFA0-FF7F-4FF9-A6BA-3582DE2C84D4}" type="datetimeFigureOut">
              <a:rPr lang="zh-TW" altLang="en-US" smtClean="0"/>
              <a:t>2018/12/7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4BE46C-653F-48D5-9BA4-DE090B9B1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B89965-447A-49C9-8382-8B145EFC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FDC0-FC06-4745-88F3-12EB8839C9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6294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5F9192B-5784-4DBD-BCD4-D91FF46E30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51C99FE-6348-45DE-BE95-66F8B8392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B6D9ED-EF27-46CC-8C2E-717B5F8E4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ABFA0-FF7F-4FF9-A6BA-3582DE2C84D4}" type="datetimeFigureOut">
              <a:rPr lang="zh-TW" altLang="en-US" smtClean="0"/>
              <a:t>2018/12/7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7FCE0D-9225-4EB1-BCA1-A145A2E2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04CF63-D9E4-44EF-8878-01BCC8F20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BFDC0-FC06-4745-88F3-12EB8839C9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512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285D4B9-771C-429D-88A3-DC4AD6B6C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3B01B32-9600-447C-B1A1-6B9904DFD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BB8AB6-F57D-4B2B-9899-1AA4057325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ABFA0-FF7F-4FF9-A6BA-3582DE2C84D4}" type="datetimeFigureOut">
              <a:rPr lang="zh-TW" altLang="en-US" smtClean="0"/>
              <a:t>2018/12/7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F61B17-E949-4677-86E1-B521BF501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6AB698-BEEE-4FB1-BFBF-17A4FCC237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BFDC0-FC06-4745-88F3-12EB8839C94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903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DA481F-8CC2-4B90-AB1F-86B012DC43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Python lambda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4FC2B06-1C9D-4E0E-B7FB-61D84076F7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Tien-</a:t>
            </a:r>
            <a:r>
              <a:rPr lang="en-US" altLang="zh-TW" dirty="0" err="1"/>
              <a:t>Hsiung</a:t>
            </a:r>
            <a:r>
              <a:rPr lang="en-US" altLang="zh-TW" dirty="0"/>
              <a:t> Weng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93523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8755B4-6574-49F5-BCFE-6CD321478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49CC52-26F5-4BFE-8FBB-59F1CEDA7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zh-TW" dirty="0"/>
              <a:t>f = lambda x, y : x + y</a:t>
            </a:r>
          </a:p>
          <a:p>
            <a:r>
              <a:rPr lang="es-ES" altLang="zh-TW" dirty="0"/>
              <a:t>&gt;&gt;&gt; f(1,1)</a:t>
            </a:r>
          </a:p>
          <a:p>
            <a:r>
              <a:rPr lang="es-ES" altLang="zh-TW" dirty="0"/>
              <a:t>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5689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E2AC16-9055-4711-8DDD-882FC9E4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map() Function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FC96C3-AEFB-4392-AB3D-6C2D32FA2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The advantage of the lambda operator can be seen when it is used in combination with the map() function. </a:t>
            </a:r>
          </a:p>
          <a:p>
            <a:r>
              <a:rPr lang="en-US" altLang="zh-TW" dirty="0"/>
              <a:t>map() is a function with two arguments:</a:t>
            </a:r>
          </a:p>
          <a:p>
            <a:r>
              <a:rPr lang="en-US" altLang="zh-TW" dirty="0"/>
              <a:t>r = map(</a:t>
            </a:r>
            <a:r>
              <a:rPr lang="en-US" altLang="zh-TW" dirty="0" err="1"/>
              <a:t>func</a:t>
            </a:r>
            <a:r>
              <a:rPr lang="en-US" altLang="zh-TW" dirty="0"/>
              <a:t>, seq)</a:t>
            </a:r>
          </a:p>
          <a:p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def </a:t>
            </a:r>
            <a:r>
              <a:rPr lang="en-US" altLang="zh-TW" dirty="0" err="1"/>
              <a:t>fahrenheit</a:t>
            </a:r>
            <a:r>
              <a:rPr lang="en-US" altLang="zh-TW" dirty="0"/>
              <a:t>(T):</a:t>
            </a:r>
          </a:p>
          <a:p>
            <a:pPr marL="0" indent="0">
              <a:buNone/>
            </a:pPr>
            <a:r>
              <a:rPr lang="en-US" altLang="zh-TW" dirty="0"/>
              <a:t>    return ((float(9)/5)*T + 32)</a:t>
            </a:r>
          </a:p>
          <a:p>
            <a:pPr marL="0" indent="0">
              <a:buNone/>
            </a:pPr>
            <a:r>
              <a:rPr lang="en-US" altLang="zh-TW" dirty="0"/>
              <a:t>def </a:t>
            </a:r>
            <a:r>
              <a:rPr lang="en-US" altLang="zh-TW" dirty="0" err="1"/>
              <a:t>celsius</a:t>
            </a:r>
            <a:r>
              <a:rPr lang="en-US" altLang="zh-TW" dirty="0"/>
              <a:t>(T):</a:t>
            </a:r>
          </a:p>
          <a:p>
            <a:pPr marL="0" indent="0">
              <a:buNone/>
            </a:pPr>
            <a:r>
              <a:rPr lang="en-US" altLang="zh-TW" dirty="0"/>
              <a:t>    return (float(5)/9)*(T-32)</a:t>
            </a:r>
          </a:p>
          <a:p>
            <a:pPr marL="0" indent="0">
              <a:buNone/>
            </a:pPr>
            <a:r>
              <a:rPr lang="en-US" altLang="zh-TW" dirty="0"/>
              <a:t>temp = (36.5, 37, 37.5,39)</a:t>
            </a:r>
          </a:p>
          <a:p>
            <a:pPr marL="0" indent="0">
              <a:buNone/>
            </a:pPr>
            <a:r>
              <a:rPr lang="en-US" altLang="zh-TW" dirty="0"/>
              <a:t>F = map(</a:t>
            </a:r>
            <a:r>
              <a:rPr lang="en-US" altLang="zh-TW" dirty="0" err="1"/>
              <a:t>fahrenheit</a:t>
            </a:r>
            <a:r>
              <a:rPr lang="en-US" altLang="zh-TW" dirty="0"/>
              <a:t>, temp)</a:t>
            </a:r>
          </a:p>
          <a:p>
            <a:pPr marL="0" indent="0">
              <a:buNone/>
            </a:pPr>
            <a:r>
              <a:rPr lang="en-US" altLang="zh-TW" dirty="0"/>
              <a:t>C = map(</a:t>
            </a:r>
            <a:r>
              <a:rPr lang="en-US" altLang="zh-TW" dirty="0" err="1"/>
              <a:t>celsius</a:t>
            </a:r>
            <a:r>
              <a:rPr lang="en-US" altLang="zh-TW" dirty="0"/>
              <a:t>, F)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3250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B7D4F3-EEF8-4BCF-9362-3508FEB3C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BABFB5-B82B-43F9-873C-9C8881E86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C = [39.2, 36.5, 37.3, 37.8]</a:t>
            </a:r>
          </a:p>
          <a:p>
            <a:r>
              <a:rPr lang="en-US" altLang="zh-TW" dirty="0"/>
              <a:t>F = map(lambda x: (float(9)/5)*x + 32, Celsius)</a:t>
            </a:r>
          </a:p>
          <a:p>
            <a:r>
              <a:rPr lang="en-US" altLang="zh-TW" dirty="0"/>
              <a:t>print F</a:t>
            </a:r>
          </a:p>
          <a:p>
            <a:r>
              <a:rPr lang="en-US" altLang="zh-TW" dirty="0"/>
              <a:t>[102.56, 97.700000000000003, 99.140000000000001, 100.03999999999999]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 = map(lambda x: (float(5)/9)*(x-32), F)</a:t>
            </a:r>
          </a:p>
          <a:p>
            <a:r>
              <a:rPr lang="en-US" altLang="zh-TW" dirty="0"/>
              <a:t>print 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507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9C28A2-9F93-41AF-AEDB-73446ADF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37AE08-4C0C-439B-80F9-923FFA600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altLang="zh-TW" dirty="0"/>
              <a:t>a = [1,2,3,4]</a:t>
            </a:r>
          </a:p>
          <a:p>
            <a:r>
              <a:rPr lang="es-ES" altLang="zh-TW" dirty="0"/>
              <a:t>b = [17,12,11,10]</a:t>
            </a:r>
          </a:p>
          <a:p>
            <a:r>
              <a:rPr lang="es-ES" altLang="zh-TW" dirty="0"/>
              <a:t>c = [-1,-4,5,9]</a:t>
            </a:r>
          </a:p>
          <a:p>
            <a:r>
              <a:rPr lang="es-ES" altLang="zh-TW" dirty="0"/>
              <a:t>map(lambda x,y:x+y, a,b)</a:t>
            </a:r>
          </a:p>
          <a:p>
            <a:r>
              <a:rPr lang="es-ES" altLang="zh-TW" dirty="0"/>
              <a:t>[18, 14, 14, 14]</a:t>
            </a:r>
          </a:p>
          <a:p>
            <a:r>
              <a:rPr lang="es-ES" altLang="zh-TW" dirty="0"/>
              <a:t>map(lambda x,y,z:x+y+z, a,b,c)</a:t>
            </a:r>
          </a:p>
          <a:p>
            <a:r>
              <a:rPr lang="es-ES" altLang="zh-TW" dirty="0"/>
              <a:t>[17, 10, 19, 23]</a:t>
            </a:r>
          </a:p>
          <a:p>
            <a:r>
              <a:rPr lang="es-ES" altLang="zh-TW" dirty="0"/>
              <a:t>map(lambda x,y,z:x+y-z, a,b,c)</a:t>
            </a:r>
          </a:p>
          <a:p>
            <a:r>
              <a:rPr lang="es-ES" altLang="zh-TW" dirty="0"/>
              <a:t>[19, 18, 9, 5]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662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BF220-9AA6-4AAA-A975-6CDAA645A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3074" name="Picture 2" descr="Veranschulichung von Reduce">
            <a:extLst>
              <a:ext uri="{FF2B5EF4-FFF2-40B4-BE49-F238E27FC236}">
                <a16:creationId xmlns:a16="http://schemas.microsoft.com/office/drawing/2014/main" id="{065DC36C-79EA-4D16-B99B-126F1CF18F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701" y="1782091"/>
            <a:ext cx="3619048" cy="1961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2FE452E-FE77-49FF-A4BD-3BE7FCE44573}"/>
              </a:ext>
            </a:extLst>
          </p:cNvPr>
          <p:cNvSpPr/>
          <p:nvPr/>
        </p:nvSpPr>
        <p:spPr>
          <a:xfrm>
            <a:off x="1514701" y="3910310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altLang="zh-TW" dirty="0"/>
              <a:t>reduce(lambda x,y: x+y, [47,11,42,13])</a:t>
            </a:r>
          </a:p>
          <a:p>
            <a:r>
              <a:rPr lang="es-ES" altLang="zh-TW" dirty="0"/>
              <a:t>113</a:t>
            </a:r>
          </a:p>
          <a:p>
            <a:endParaRPr lang="es-ES" altLang="zh-TW" dirty="0"/>
          </a:p>
          <a:p>
            <a:endParaRPr lang="en-US" altLang="zh-TW" dirty="0"/>
          </a:p>
          <a:p>
            <a:r>
              <a:rPr lang="zh-TW" altLang="en-US" dirty="0"/>
              <a:t>f = lambda a,b: a if (a &gt; b) else b</a:t>
            </a:r>
            <a:endParaRPr lang="en-US" altLang="zh-TW" dirty="0"/>
          </a:p>
          <a:p>
            <a:r>
              <a:rPr lang="zh-TW" altLang="en-US" dirty="0"/>
              <a:t>reduce(f, [47,11,42,102,13])</a:t>
            </a:r>
          </a:p>
          <a:p>
            <a:r>
              <a:rPr lang="zh-TW" altLang="en-US" dirty="0"/>
              <a:t>102</a:t>
            </a:r>
          </a:p>
        </p:txBody>
      </p:sp>
    </p:spTree>
    <p:extLst>
      <p:ext uri="{BB962C8B-B14F-4D97-AF65-F5344CB8AC3E}">
        <p14:creationId xmlns:p14="http://schemas.microsoft.com/office/powerpoint/2010/main" val="806140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8804</TotalTime>
  <Words>325</Words>
  <Application>Microsoft Office PowerPoint</Application>
  <PresentationFormat>寬螢幕</PresentationFormat>
  <Paragraphs>42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佈景主題</vt:lpstr>
      <vt:lpstr>Python lambda</vt:lpstr>
      <vt:lpstr>example</vt:lpstr>
      <vt:lpstr>map() Function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lambda</dc:title>
  <dc:creator>user</dc:creator>
  <cp:lastModifiedBy>user</cp:lastModifiedBy>
  <cp:revision>4</cp:revision>
  <dcterms:created xsi:type="dcterms:W3CDTF">2018-12-07T04:57:59Z</dcterms:created>
  <dcterms:modified xsi:type="dcterms:W3CDTF">2018-12-13T07:42:19Z</dcterms:modified>
</cp:coreProperties>
</file>